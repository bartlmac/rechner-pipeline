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1D1668-C9CC-4814-AEB3-848D583A8B5D}" v="34" dt="2026-02-23T13:17:22.4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0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o Rasch" userId="7beddedb-bbf6-40ed-a282-8de4cee77076" providerId="ADAL" clId="{276FF819-0596-483A-B751-A63BA7367D4C}"/>
    <pc:docChg chg="undo custSel addSld modSld">
      <pc:chgData name="Arno Rasch" userId="7beddedb-bbf6-40ed-a282-8de4cee77076" providerId="ADAL" clId="{276FF819-0596-483A-B751-A63BA7367D4C}" dt="2026-02-23T13:31:02.965" v="1085" actId="15"/>
      <pc:docMkLst>
        <pc:docMk/>
      </pc:docMkLst>
      <pc:sldChg chg="addSp delSp modSp new mod">
        <pc:chgData name="Arno Rasch" userId="7beddedb-bbf6-40ed-a282-8de4cee77076" providerId="ADAL" clId="{276FF819-0596-483A-B751-A63BA7367D4C}" dt="2026-02-23T13:30:18.863" v="1079" actId="122"/>
        <pc:sldMkLst>
          <pc:docMk/>
          <pc:sldMk cId="3717269125" sldId="256"/>
        </pc:sldMkLst>
        <pc:spChg chg="del">
          <ac:chgData name="Arno Rasch" userId="7beddedb-bbf6-40ed-a282-8de4cee77076" providerId="ADAL" clId="{276FF819-0596-483A-B751-A63BA7367D4C}" dt="2026-02-23T11:05:53.387" v="1" actId="21"/>
          <ac:spMkLst>
            <pc:docMk/>
            <pc:sldMk cId="3717269125" sldId="256"/>
            <ac:spMk id="2" creationId="{9CEDAADD-F111-1320-AB01-6826E6A66EBB}"/>
          </ac:spMkLst>
        </pc:spChg>
        <pc:spChg chg="del">
          <ac:chgData name="Arno Rasch" userId="7beddedb-bbf6-40ed-a282-8de4cee77076" providerId="ADAL" clId="{276FF819-0596-483A-B751-A63BA7367D4C}" dt="2026-02-23T11:05:57.562" v="2" actId="21"/>
          <ac:spMkLst>
            <pc:docMk/>
            <pc:sldMk cId="3717269125" sldId="256"/>
            <ac:spMk id="3" creationId="{9A00D361-8AB6-D0A1-B66B-7089388AC299}"/>
          </ac:spMkLst>
        </pc:spChg>
        <pc:spChg chg="add mod">
          <ac:chgData name="Arno Rasch" userId="7beddedb-bbf6-40ed-a282-8de4cee77076" providerId="ADAL" clId="{276FF819-0596-483A-B751-A63BA7367D4C}" dt="2026-02-23T11:27:57.660" v="126" actId="1076"/>
          <ac:spMkLst>
            <pc:docMk/>
            <pc:sldMk cId="3717269125" sldId="256"/>
            <ac:spMk id="4" creationId="{7285F634-B224-4FB7-9CB4-27777ECAF54F}"/>
          </ac:spMkLst>
        </pc:spChg>
        <pc:spChg chg="add mod">
          <ac:chgData name="Arno Rasch" userId="7beddedb-bbf6-40ed-a282-8de4cee77076" providerId="ADAL" clId="{276FF819-0596-483A-B751-A63BA7367D4C}" dt="2026-02-23T11:48:21.744" v="344" actId="1038"/>
          <ac:spMkLst>
            <pc:docMk/>
            <pc:sldMk cId="3717269125" sldId="256"/>
            <ac:spMk id="5" creationId="{194F14B1-6C43-45DC-B488-B007FBE0A757}"/>
          </ac:spMkLst>
        </pc:spChg>
        <pc:spChg chg="add mod">
          <ac:chgData name="Arno Rasch" userId="7beddedb-bbf6-40ed-a282-8de4cee77076" providerId="ADAL" clId="{276FF819-0596-483A-B751-A63BA7367D4C}" dt="2026-02-23T11:48:21.744" v="344" actId="1038"/>
          <ac:spMkLst>
            <pc:docMk/>
            <pc:sldMk cId="3717269125" sldId="256"/>
            <ac:spMk id="6" creationId="{66F96F96-3806-4C7F-817D-8012D50965A4}"/>
          </ac:spMkLst>
        </pc:spChg>
        <pc:spChg chg="add mod">
          <ac:chgData name="Arno Rasch" userId="7beddedb-bbf6-40ed-a282-8de4cee77076" providerId="ADAL" clId="{276FF819-0596-483A-B751-A63BA7367D4C}" dt="2026-02-23T11:49:15.597" v="383" actId="1038"/>
          <ac:spMkLst>
            <pc:docMk/>
            <pc:sldMk cId="3717269125" sldId="256"/>
            <ac:spMk id="7" creationId="{B310E83E-3836-4179-8744-5339511C5D57}"/>
          </ac:spMkLst>
        </pc:spChg>
        <pc:spChg chg="add mod">
          <ac:chgData name="Arno Rasch" userId="7beddedb-bbf6-40ed-a282-8de4cee77076" providerId="ADAL" clId="{276FF819-0596-483A-B751-A63BA7367D4C}" dt="2026-02-23T12:09:54.402" v="465" actId="1076"/>
          <ac:spMkLst>
            <pc:docMk/>
            <pc:sldMk cId="3717269125" sldId="256"/>
            <ac:spMk id="9" creationId="{A2FB9757-2446-C488-15A4-66CA457F0BF2}"/>
          </ac:spMkLst>
        </pc:spChg>
        <pc:spChg chg="add mod">
          <ac:chgData name="Arno Rasch" userId="7beddedb-bbf6-40ed-a282-8de4cee77076" providerId="ADAL" clId="{276FF819-0596-483A-B751-A63BA7367D4C}" dt="2026-02-23T11:48:16.418" v="316" actId="1038"/>
          <ac:spMkLst>
            <pc:docMk/>
            <pc:sldMk cId="3717269125" sldId="256"/>
            <ac:spMk id="10" creationId="{3F051DB8-055B-4210-BD80-F10DC75526D3}"/>
          </ac:spMkLst>
        </pc:spChg>
        <pc:spChg chg="add mod">
          <ac:chgData name="Arno Rasch" userId="7beddedb-bbf6-40ed-a282-8de4cee77076" providerId="ADAL" clId="{276FF819-0596-483A-B751-A63BA7367D4C}" dt="2026-02-23T13:27:46.424" v="1077" actId="122"/>
          <ac:spMkLst>
            <pc:docMk/>
            <pc:sldMk cId="3717269125" sldId="256"/>
            <ac:spMk id="11" creationId="{689D3083-B0EF-4D4C-9642-70D68B0FCBE7}"/>
          </ac:spMkLst>
        </pc:spChg>
        <pc:spChg chg="add mod">
          <ac:chgData name="Arno Rasch" userId="7beddedb-bbf6-40ed-a282-8de4cee77076" providerId="ADAL" clId="{276FF819-0596-483A-B751-A63BA7367D4C}" dt="2026-02-23T13:30:18.863" v="1079" actId="122"/>
          <ac:spMkLst>
            <pc:docMk/>
            <pc:sldMk cId="3717269125" sldId="256"/>
            <ac:spMk id="12" creationId="{2F3D27C0-677F-4A81-B882-598D306158DA}"/>
          </ac:spMkLst>
        </pc:spChg>
        <pc:spChg chg="add mod">
          <ac:chgData name="Arno Rasch" userId="7beddedb-bbf6-40ed-a282-8de4cee77076" providerId="ADAL" clId="{276FF819-0596-483A-B751-A63BA7367D4C}" dt="2026-02-23T13:27:41.122" v="1076" actId="122"/>
          <ac:spMkLst>
            <pc:docMk/>
            <pc:sldMk cId="3717269125" sldId="256"/>
            <ac:spMk id="13" creationId="{89175EC6-15E7-417D-99B4-09345246150D}"/>
          </ac:spMkLst>
        </pc:spChg>
        <pc:spChg chg="add mod">
          <ac:chgData name="Arno Rasch" userId="7beddedb-bbf6-40ed-a282-8de4cee77076" providerId="ADAL" clId="{276FF819-0596-483A-B751-A63BA7367D4C}" dt="2026-02-23T12:09:46.755" v="464" actId="1076"/>
          <ac:spMkLst>
            <pc:docMk/>
            <pc:sldMk cId="3717269125" sldId="256"/>
            <ac:spMk id="15" creationId="{7A254351-3C46-C5B4-9B08-25E96185A15B}"/>
          </ac:spMkLst>
        </pc:spChg>
        <pc:spChg chg="add mod">
          <ac:chgData name="Arno Rasch" userId="7beddedb-bbf6-40ed-a282-8de4cee77076" providerId="ADAL" clId="{276FF819-0596-483A-B751-A63BA7367D4C}" dt="2026-02-23T12:05:41.931" v="460" actId="1076"/>
          <ac:spMkLst>
            <pc:docMk/>
            <pc:sldMk cId="3717269125" sldId="256"/>
            <ac:spMk id="16" creationId="{312367A2-690A-28F9-0E19-879F2E6045E9}"/>
          </ac:spMkLst>
        </pc:spChg>
        <pc:spChg chg="add mod">
          <ac:chgData name="Arno Rasch" userId="7beddedb-bbf6-40ed-a282-8de4cee77076" providerId="ADAL" clId="{276FF819-0596-483A-B751-A63BA7367D4C}" dt="2026-02-23T13:02:56.110" v="649" actId="20577"/>
          <ac:spMkLst>
            <pc:docMk/>
            <pc:sldMk cId="3717269125" sldId="256"/>
            <ac:spMk id="17" creationId="{625D1333-2E8F-F5D1-5DD2-9C0DFD4A5437}"/>
          </ac:spMkLst>
        </pc:spChg>
        <pc:spChg chg="add mod">
          <ac:chgData name="Arno Rasch" userId="7beddedb-bbf6-40ed-a282-8de4cee77076" providerId="ADAL" clId="{276FF819-0596-483A-B751-A63BA7367D4C}" dt="2026-02-23T12:59:33.054" v="641" actId="1076"/>
          <ac:spMkLst>
            <pc:docMk/>
            <pc:sldMk cId="3717269125" sldId="256"/>
            <ac:spMk id="23" creationId="{9103EDAB-5F49-4DFA-46F6-8D5A5807EC37}"/>
          </ac:spMkLst>
        </pc:spChg>
        <pc:spChg chg="add mod">
          <ac:chgData name="Arno Rasch" userId="7beddedb-bbf6-40ed-a282-8de4cee77076" providerId="ADAL" clId="{276FF819-0596-483A-B751-A63BA7367D4C}" dt="2026-02-23T13:16:37.538" v="825" actId="1076"/>
          <ac:spMkLst>
            <pc:docMk/>
            <pc:sldMk cId="3717269125" sldId="256"/>
            <ac:spMk id="24" creationId="{5428C317-2724-4523-A580-E8D668594A70}"/>
          </ac:spMkLst>
        </pc:spChg>
        <pc:spChg chg="add mod">
          <ac:chgData name="Arno Rasch" userId="7beddedb-bbf6-40ed-a282-8de4cee77076" providerId="ADAL" clId="{276FF819-0596-483A-B751-A63BA7367D4C}" dt="2026-02-23T13:16:47.153" v="827" actId="1076"/>
          <ac:spMkLst>
            <pc:docMk/>
            <pc:sldMk cId="3717269125" sldId="256"/>
            <ac:spMk id="25" creationId="{449E9889-643A-92CD-D561-8F182A8CF69E}"/>
          </ac:spMkLst>
        </pc:spChg>
        <pc:spChg chg="add mod">
          <ac:chgData name="Arno Rasch" userId="7beddedb-bbf6-40ed-a282-8de4cee77076" providerId="ADAL" clId="{276FF819-0596-483A-B751-A63BA7367D4C}" dt="2026-02-23T13:16:54.168" v="829" actId="1076"/>
          <ac:spMkLst>
            <pc:docMk/>
            <pc:sldMk cId="3717269125" sldId="256"/>
            <ac:spMk id="26" creationId="{360C91F4-BD79-8DFB-2CE7-AEFF3711650F}"/>
          </ac:spMkLst>
        </pc:spChg>
        <pc:spChg chg="add mod">
          <ac:chgData name="Arno Rasch" userId="7beddedb-bbf6-40ed-a282-8de4cee77076" providerId="ADAL" clId="{276FF819-0596-483A-B751-A63BA7367D4C}" dt="2026-02-23T13:17:00.023" v="831" actId="1076"/>
          <ac:spMkLst>
            <pc:docMk/>
            <pc:sldMk cId="3717269125" sldId="256"/>
            <ac:spMk id="27" creationId="{029066C1-86D7-9E41-88D5-9D8FAD749652}"/>
          </ac:spMkLst>
        </pc:spChg>
        <pc:picChg chg="add del mod">
          <ac:chgData name="Arno Rasch" userId="7beddedb-bbf6-40ed-a282-8de4cee77076" providerId="ADAL" clId="{276FF819-0596-483A-B751-A63BA7367D4C}" dt="2026-02-23T12:29:25.791" v="488" actId="21"/>
          <ac:picMkLst>
            <pc:docMk/>
            <pc:sldMk cId="3717269125" sldId="256"/>
            <ac:picMk id="18" creationId="{965960F5-1089-37DF-C229-83371AF89F6C}"/>
          </ac:picMkLst>
        </pc:picChg>
        <pc:picChg chg="add del mod">
          <ac:chgData name="Arno Rasch" userId="7beddedb-bbf6-40ed-a282-8de4cee77076" providerId="ADAL" clId="{276FF819-0596-483A-B751-A63BA7367D4C}" dt="2026-02-23T12:36:40.807" v="493" actId="21"/>
          <ac:picMkLst>
            <pc:docMk/>
            <pc:sldMk cId="3717269125" sldId="256"/>
            <ac:picMk id="20" creationId="{8C0ACA7D-B8DB-CFB0-FE33-73D0F8F55AE1}"/>
          </ac:picMkLst>
        </pc:picChg>
        <pc:picChg chg="add mod">
          <ac:chgData name="Arno Rasch" userId="7beddedb-bbf6-40ed-a282-8de4cee77076" providerId="ADAL" clId="{276FF819-0596-483A-B751-A63BA7367D4C}" dt="2026-02-23T12:36:51.294" v="498" actId="1076"/>
          <ac:picMkLst>
            <pc:docMk/>
            <pc:sldMk cId="3717269125" sldId="256"/>
            <ac:picMk id="22" creationId="{2104C993-B687-6DD5-0301-D0EA107DADA9}"/>
          </ac:picMkLst>
        </pc:picChg>
      </pc:sldChg>
      <pc:sldChg chg="addSp delSp modSp add mod">
        <pc:chgData name="Arno Rasch" userId="7beddedb-bbf6-40ed-a282-8de4cee77076" providerId="ADAL" clId="{276FF819-0596-483A-B751-A63BA7367D4C}" dt="2026-02-23T13:31:02.965" v="1085" actId="15"/>
        <pc:sldMkLst>
          <pc:docMk/>
          <pc:sldMk cId="12706531" sldId="257"/>
        </pc:sldMkLst>
        <pc:spChg chg="add mod">
          <ac:chgData name="Arno Rasch" userId="7beddedb-bbf6-40ed-a282-8de4cee77076" providerId="ADAL" clId="{276FF819-0596-483A-B751-A63BA7367D4C}" dt="2026-02-23T13:27:17.012" v="1072" actId="122"/>
          <ac:spMkLst>
            <pc:docMk/>
            <pc:sldMk cId="12706531" sldId="257"/>
            <ac:spMk id="2" creationId="{5F35C406-F435-F91F-2DA1-9AF2BA8A4359}"/>
          </ac:spMkLst>
        </pc:spChg>
        <pc:spChg chg="add mod">
          <ac:chgData name="Arno Rasch" userId="7beddedb-bbf6-40ed-a282-8de4cee77076" providerId="ADAL" clId="{276FF819-0596-483A-B751-A63BA7367D4C}" dt="2026-02-23T12:47:10.497" v="612" actId="122"/>
          <ac:spMkLst>
            <pc:docMk/>
            <pc:sldMk cId="12706531" sldId="257"/>
            <ac:spMk id="3" creationId="{8060D25B-0D38-AABE-24FA-2436C0FA9630}"/>
          </ac:spMkLst>
        </pc:spChg>
        <pc:spChg chg="del">
          <ac:chgData name="Arno Rasch" userId="7beddedb-bbf6-40ed-a282-8de4cee77076" providerId="ADAL" clId="{276FF819-0596-483A-B751-A63BA7367D4C}" dt="2026-02-23T12:41:19.405" v="501" actId="21"/>
          <ac:spMkLst>
            <pc:docMk/>
            <pc:sldMk cId="12706531" sldId="257"/>
            <ac:spMk id="4" creationId="{ACBD32F8-A01D-A663-55D1-096034BD234D}"/>
          </ac:spMkLst>
        </pc:spChg>
        <pc:spChg chg="del mod">
          <ac:chgData name="Arno Rasch" userId="7beddedb-bbf6-40ed-a282-8de4cee77076" providerId="ADAL" clId="{276FF819-0596-483A-B751-A63BA7367D4C}" dt="2026-02-23T12:46:52.751" v="609" actId="21"/>
          <ac:spMkLst>
            <pc:docMk/>
            <pc:sldMk cId="12706531" sldId="257"/>
            <ac:spMk id="5" creationId="{0FCE2B7E-5308-9833-3BC0-7B7C042300FB}"/>
          </ac:spMkLst>
        </pc:spChg>
        <pc:spChg chg="add mod">
          <ac:chgData name="Arno Rasch" userId="7beddedb-bbf6-40ed-a282-8de4cee77076" providerId="ADAL" clId="{276FF819-0596-483A-B751-A63BA7367D4C}" dt="2026-02-23T13:31:02.965" v="1085" actId="15"/>
          <ac:spMkLst>
            <pc:docMk/>
            <pc:sldMk cId="12706531" sldId="257"/>
            <ac:spMk id="5" creationId="{E081E150-AC7E-E6D9-645A-51956B08B919}"/>
          </ac:spMkLst>
        </pc:spChg>
        <pc:spChg chg="del mod">
          <ac:chgData name="Arno Rasch" userId="7beddedb-bbf6-40ed-a282-8de4cee77076" providerId="ADAL" clId="{276FF819-0596-483A-B751-A63BA7367D4C}" dt="2026-02-23T12:46:52.751" v="609" actId="21"/>
          <ac:spMkLst>
            <pc:docMk/>
            <pc:sldMk cId="12706531" sldId="257"/>
            <ac:spMk id="6" creationId="{A460978D-E5C1-E51F-117F-36F7351C90A1}"/>
          </ac:spMkLst>
        </pc:spChg>
        <pc:spChg chg="del mod">
          <ac:chgData name="Arno Rasch" userId="7beddedb-bbf6-40ed-a282-8de4cee77076" providerId="ADAL" clId="{276FF819-0596-483A-B751-A63BA7367D4C}" dt="2026-02-23T12:46:58.506" v="610" actId="21"/>
          <ac:spMkLst>
            <pc:docMk/>
            <pc:sldMk cId="12706531" sldId="257"/>
            <ac:spMk id="7" creationId="{A3AEB2DF-9FBA-BECE-42E6-54A3FEB5AEF0}"/>
          </ac:spMkLst>
        </pc:spChg>
        <pc:spChg chg="add mod">
          <ac:chgData name="Arno Rasch" userId="7beddedb-bbf6-40ed-a282-8de4cee77076" providerId="ADAL" clId="{276FF819-0596-483A-B751-A63BA7367D4C}" dt="2026-02-23T12:47:06.622" v="611" actId="122"/>
          <ac:spMkLst>
            <pc:docMk/>
            <pc:sldMk cId="12706531" sldId="257"/>
            <ac:spMk id="8" creationId="{CAA9F173-A921-BB25-5DA9-F83E7AF8081D}"/>
          </ac:spMkLst>
        </pc:spChg>
        <pc:spChg chg="mod">
          <ac:chgData name="Arno Rasch" userId="7beddedb-bbf6-40ed-a282-8de4cee77076" providerId="ADAL" clId="{276FF819-0596-483A-B751-A63BA7367D4C}" dt="2026-02-23T13:26:53.862" v="1071" actId="1076"/>
          <ac:spMkLst>
            <pc:docMk/>
            <pc:sldMk cId="12706531" sldId="257"/>
            <ac:spMk id="9" creationId="{6FC2090D-1F03-7D4C-E76A-2D2A4D439918}"/>
          </ac:spMkLst>
        </pc:spChg>
        <pc:spChg chg="mod">
          <ac:chgData name="Arno Rasch" userId="7beddedb-bbf6-40ed-a282-8de4cee77076" providerId="ADAL" clId="{276FF819-0596-483A-B751-A63BA7367D4C}" dt="2026-02-23T12:47:26.007" v="617" actId="1076"/>
          <ac:spMkLst>
            <pc:docMk/>
            <pc:sldMk cId="12706531" sldId="257"/>
            <ac:spMk id="10" creationId="{05F09060-B801-BB56-DBAB-FA28B6BC5322}"/>
          </ac:spMkLst>
        </pc:spChg>
        <pc:spChg chg="del mod">
          <ac:chgData name="Arno Rasch" userId="7beddedb-bbf6-40ed-a282-8de4cee77076" providerId="ADAL" clId="{276FF819-0596-483A-B751-A63BA7367D4C}" dt="2026-02-23T12:42:54.605" v="551" actId="21"/>
          <ac:spMkLst>
            <pc:docMk/>
            <pc:sldMk cId="12706531" sldId="257"/>
            <ac:spMk id="11" creationId="{A8B0ECF2-691A-6CAF-27EB-FC7BF12689DD}"/>
          </ac:spMkLst>
        </pc:spChg>
        <pc:spChg chg="del mod">
          <ac:chgData name="Arno Rasch" userId="7beddedb-bbf6-40ed-a282-8de4cee77076" providerId="ADAL" clId="{276FF819-0596-483A-B751-A63BA7367D4C}" dt="2026-02-23T12:56:21.617" v="623" actId="21"/>
          <ac:spMkLst>
            <pc:docMk/>
            <pc:sldMk cId="12706531" sldId="257"/>
            <ac:spMk id="12" creationId="{ADCF84EF-8224-1F2E-A4EC-D69CBDFFE375}"/>
          </ac:spMkLst>
        </pc:spChg>
        <pc:spChg chg="mod">
          <ac:chgData name="Arno Rasch" userId="7beddedb-bbf6-40ed-a282-8de4cee77076" providerId="ADAL" clId="{276FF819-0596-483A-B751-A63BA7367D4C}" dt="2026-02-23T12:47:19.004" v="615" actId="122"/>
          <ac:spMkLst>
            <pc:docMk/>
            <pc:sldMk cId="12706531" sldId="257"/>
            <ac:spMk id="13" creationId="{A72C4D99-DA96-E5AC-D436-C4B458109383}"/>
          </ac:spMkLst>
        </pc:spChg>
        <pc:spChg chg="add mod">
          <ac:chgData name="Arno Rasch" userId="7beddedb-bbf6-40ed-a282-8de4cee77076" providerId="ADAL" clId="{276FF819-0596-483A-B751-A63BA7367D4C}" dt="2026-02-23T12:47:13.072" v="613" actId="122"/>
          <ac:spMkLst>
            <pc:docMk/>
            <pc:sldMk cId="12706531" sldId="257"/>
            <ac:spMk id="14" creationId="{AFAFCEA9-24C3-BE80-9951-AD15AE16F63A}"/>
          </ac:spMkLst>
        </pc:spChg>
        <pc:spChg chg="del">
          <ac:chgData name="Arno Rasch" userId="7beddedb-bbf6-40ed-a282-8de4cee77076" providerId="ADAL" clId="{276FF819-0596-483A-B751-A63BA7367D4C}" dt="2026-02-23T12:41:19.405" v="501" actId="21"/>
          <ac:spMkLst>
            <pc:docMk/>
            <pc:sldMk cId="12706531" sldId="257"/>
            <ac:spMk id="15" creationId="{F3108997-2BC9-E302-F73A-92CE6AB3B630}"/>
          </ac:spMkLst>
        </pc:spChg>
        <pc:spChg chg="del mod">
          <ac:chgData name="Arno Rasch" userId="7beddedb-bbf6-40ed-a282-8de4cee77076" providerId="ADAL" clId="{276FF819-0596-483A-B751-A63BA7367D4C}" dt="2026-02-23T12:46:52.751" v="609" actId="21"/>
          <ac:spMkLst>
            <pc:docMk/>
            <pc:sldMk cId="12706531" sldId="257"/>
            <ac:spMk id="16" creationId="{B69A8EF5-99FE-96E7-A15E-C747C45732D9}"/>
          </ac:spMkLst>
        </pc:spChg>
        <pc:spChg chg="mod">
          <ac:chgData name="Arno Rasch" userId="7beddedb-bbf6-40ed-a282-8de4cee77076" providerId="ADAL" clId="{276FF819-0596-483A-B751-A63BA7367D4C}" dt="2026-02-23T13:03:01.565" v="655" actId="20577"/>
          <ac:spMkLst>
            <pc:docMk/>
            <pc:sldMk cId="12706531" sldId="257"/>
            <ac:spMk id="17" creationId="{AEAB27F3-423F-BA05-D1AC-317117A3029E}"/>
          </ac:spMkLst>
        </pc:spChg>
        <pc:spChg chg="add mod">
          <ac:chgData name="Arno Rasch" userId="7beddedb-bbf6-40ed-a282-8de4cee77076" providerId="ADAL" clId="{276FF819-0596-483A-B751-A63BA7367D4C}" dt="2026-02-23T13:28:02.221" v="1078" actId="122"/>
          <ac:spMkLst>
            <pc:docMk/>
            <pc:sldMk cId="12706531" sldId="257"/>
            <ac:spMk id="18" creationId="{0BBD09FF-B13B-43C9-A215-4551CABB6EB7}"/>
          </ac:spMkLst>
        </pc:spChg>
        <pc:spChg chg="add mod">
          <ac:chgData name="Arno Rasch" userId="7beddedb-bbf6-40ed-a282-8de4cee77076" providerId="ADAL" clId="{276FF819-0596-483A-B751-A63BA7367D4C}" dt="2026-02-23T13:17:21.444" v="836" actId="1076"/>
          <ac:spMkLst>
            <pc:docMk/>
            <pc:sldMk cId="12706531" sldId="257"/>
            <ac:spMk id="19" creationId="{14D34890-4EF9-485F-D9F5-1F7C33B38554}"/>
          </ac:spMkLst>
        </pc:spChg>
        <pc:spChg chg="add mod">
          <ac:chgData name="Arno Rasch" userId="7beddedb-bbf6-40ed-a282-8de4cee77076" providerId="ADAL" clId="{276FF819-0596-483A-B751-A63BA7367D4C}" dt="2026-02-23T13:17:33.659" v="841" actId="1076"/>
          <ac:spMkLst>
            <pc:docMk/>
            <pc:sldMk cId="12706531" sldId="257"/>
            <ac:spMk id="20" creationId="{65BF10FA-E90A-1393-63E7-E22280C77520}"/>
          </ac:spMkLst>
        </pc:spChg>
        <pc:picChg chg="del">
          <ac:chgData name="Arno Rasch" userId="7beddedb-bbf6-40ed-a282-8de4cee77076" providerId="ADAL" clId="{276FF819-0596-483A-B751-A63BA7367D4C}" dt="2026-02-23T12:41:08.153" v="500" actId="21"/>
          <ac:picMkLst>
            <pc:docMk/>
            <pc:sldMk cId="12706531" sldId="257"/>
            <ac:picMk id="22" creationId="{4E34E126-C2AF-52F3-B999-BF0C77B000EB}"/>
          </ac:picMkLst>
        </pc:picChg>
      </pc:sldChg>
      <pc:sldChg chg="addSp delSp modSp add mod">
        <pc:chgData name="Arno Rasch" userId="7beddedb-bbf6-40ed-a282-8de4cee77076" providerId="ADAL" clId="{276FF819-0596-483A-B751-A63BA7367D4C}" dt="2026-02-23T13:27:36.612" v="1075" actId="122"/>
        <pc:sldMkLst>
          <pc:docMk/>
          <pc:sldMk cId="3222304612" sldId="258"/>
        </pc:sldMkLst>
        <pc:spChg chg="add mod">
          <ac:chgData name="Arno Rasch" userId="7beddedb-bbf6-40ed-a282-8de4cee77076" providerId="ADAL" clId="{276FF819-0596-483A-B751-A63BA7367D4C}" dt="2026-02-23T13:11:35.039" v="796" actId="164"/>
          <ac:spMkLst>
            <pc:docMk/>
            <pc:sldMk cId="3222304612" sldId="258"/>
            <ac:spMk id="2" creationId="{7B5E68F3-D942-F815-E45E-A40BD2249105}"/>
          </ac:spMkLst>
        </pc:spChg>
        <pc:spChg chg="mod">
          <ac:chgData name="Arno Rasch" userId="7beddedb-bbf6-40ed-a282-8de4cee77076" providerId="ADAL" clId="{276FF819-0596-483A-B751-A63BA7367D4C}" dt="2026-02-23T13:27:31.330" v="1074" actId="122"/>
          <ac:spMkLst>
            <pc:docMk/>
            <pc:sldMk cId="3222304612" sldId="258"/>
            <ac:spMk id="11" creationId="{E306CB95-681C-EE2B-6A8C-E275406BAC2D}"/>
          </ac:spMkLst>
        </pc:spChg>
        <pc:spChg chg="mod">
          <ac:chgData name="Arno Rasch" userId="7beddedb-bbf6-40ed-a282-8de4cee77076" providerId="ADAL" clId="{276FF819-0596-483A-B751-A63BA7367D4C}" dt="2026-02-23T13:27:36.612" v="1075" actId="122"/>
          <ac:spMkLst>
            <pc:docMk/>
            <pc:sldMk cId="3222304612" sldId="258"/>
            <ac:spMk id="12" creationId="{0CAF1D0D-AB49-2B22-E907-13834096B072}"/>
          </ac:spMkLst>
        </pc:spChg>
        <pc:spChg chg="mod">
          <ac:chgData name="Arno Rasch" userId="7beddedb-bbf6-40ed-a282-8de4cee77076" providerId="ADAL" clId="{276FF819-0596-483A-B751-A63BA7367D4C}" dt="2026-02-23T13:27:26.304" v="1073" actId="122"/>
          <ac:spMkLst>
            <pc:docMk/>
            <pc:sldMk cId="3222304612" sldId="258"/>
            <ac:spMk id="13" creationId="{A7EEC84B-F1A3-BD06-DEBE-EBB7878C243B}"/>
          </ac:spMkLst>
        </pc:spChg>
        <pc:spChg chg="del">
          <ac:chgData name="Arno Rasch" userId="7beddedb-bbf6-40ed-a282-8de4cee77076" providerId="ADAL" clId="{276FF819-0596-483A-B751-A63BA7367D4C}" dt="2026-02-23T13:06:43.187" v="658" actId="21"/>
          <ac:spMkLst>
            <pc:docMk/>
            <pc:sldMk cId="3222304612" sldId="258"/>
            <ac:spMk id="23" creationId="{F96B0021-D4A3-4F96-B636-94DE569E966D}"/>
          </ac:spMkLst>
        </pc:spChg>
        <pc:spChg chg="add mod">
          <ac:chgData name="Arno Rasch" userId="7beddedb-bbf6-40ed-a282-8de4cee77076" providerId="ADAL" clId="{276FF819-0596-483A-B751-A63BA7367D4C}" dt="2026-02-23T13:12:28.330" v="819" actId="1076"/>
          <ac:spMkLst>
            <pc:docMk/>
            <pc:sldMk cId="3222304612" sldId="258"/>
            <ac:spMk id="24" creationId="{CDDE34F0-96E4-108B-B192-D1C5B3292090}"/>
          </ac:spMkLst>
        </pc:spChg>
        <pc:spChg chg="add mod">
          <ac:chgData name="Arno Rasch" userId="7beddedb-bbf6-40ed-a282-8de4cee77076" providerId="ADAL" clId="{276FF819-0596-483A-B751-A63BA7367D4C}" dt="2026-02-23T13:17:07.079" v="832"/>
          <ac:spMkLst>
            <pc:docMk/>
            <pc:sldMk cId="3222304612" sldId="258"/>
            <ac:spMk id="25" creationId="{7ABEDC69-D8EB-A0E8-7DAC-F2E919E94B3C}"/>
          </ac:spMkLst>
        </pc:spChg>
        <pc:spChg chg="add mod">
          <ac:chgData name="Arno Rasch" userId="7beddedb-bbf6-40ed-a282-8de4cee77076" providerId="ADAL" clId="{276FF819-0596-483A-B751-A63BA7367D4C}" dt="2026-02-23T13:17:07.079" v="832"/>
          <ac:spMkLst>
            <pc:docMk/>
            <pc:sldMk cId="3222304612" sldId="258"/>
            <ac:spMk id="26" creationId="{6F274131-D62D-8C21-A67F-4CCFCB8FC0E4}"/>
          </ac:spMkLst>
        </pc:spChg>
        <pc:spChg chg="add mod">
          <ac:chgData name="Arno Rasch" userId="7beddedb-bbf6-40ed-a282-8de4cee77076" providerId="ADAL" clId="{276FF819-0596-483A-B751-A63BA7367D4C}" dt="2026-02-23T13:17:07.079" v="832"/>
          <ac:spMkLst>
            <pc:docMk/>
            <pc:sldMk cId="3222304612" sldId="258"/>
            <ac:spMk id="27" creationId="{65254905-F468-2C0A-045C-965DF2A59375}"/>
          </ac:spMkLst>
        </pc:spChg>
        <pc:spChg chg="add mod">
          <ac:chgData name="Arno Rasch" userId="7beddedb-bbf6-40ed-a282-8de4cee77076" providerId="ADAL" clId="{276FF819-0596-483A-B751-A63BA7367D4C}" dt="2026-02-23T13:17:07.079" v="832"/>
          <ac:spMkLst>
            <pc:docMk/>
            <pc:sldMk cId="3222304612" sldId="258"/>
            <ac:spMk id="28" creationId="{BAE0FB5D-7E42-1666-B4E7-0691AB8EB0B0}"/>
          </ac:spMkLst>
        </pc:spChg>
        <pc:grpChg chg="add mod">
          <ac:chgData name="Arno Rasch" userId="7beddedb-bbf6-40ed-a282-8de4cee77076" providerId="ADAL" clId="{276FF819-0596-483A-B751-A63BA7367D4C}" dt="2026-02-23T13:11:49.589" v="798" actId="1076"/>
          <ac:grpSpMkLst>
            <pc:docMk/>
            <pc:sldMk cId="3222304612" sldId="258"/>
            <ac:grpSpMk id="21" creationId="{DD5FFFBD-BAA4-9841-D2C9-DF5B454AD144}"/>
          </ac:grpSpMkLst>
        </pc:grpChg>
        <pc:picChg chg="del">
          <ac:chgData name="Arno Rasch" userId="7beddedb-bbf6-40ed-a282-8de4cee77076" providerId="ADAL" clId="{276FF819-0596-483A-B751-A63BA7367D4C}" dt="2026-02-23T13:03:11.781" v="657" actId="21"/>
          <ac:picMkLst>
            <pc:docMk/>
            <pc:sldMk cId="3222304612" sldId="258"/>
            <ac:picMk id="22" creationId="{409E19EF-36FE-7011-F95B-025C66B81076}"/>
          </ac:picMkLst>
        </pc:picChg>
        <pc:cxnChg chg="add mod">
          <ac:chgData name="Arno Rasch" userId="7beddedb-bbf6-40ed-a282-8de4cee77076" providerId="ADAL" clId="{276FF819-0596-483A-B751-A63BA7367D4C}" dt="2026-02-23T13:11:35.039" v="796" actId="164"/>
          <ac:cxnSpMkLst>
            <pc:docMk/>
            <pc:sldMk cId="3222304612" sldId="258"/>
            <ac:cxnSpMk id="8" creationId="{4A171BD6-A86D-319D-E9A9-3AFB0A7C5C8B}"/>
          </ac:cxnSpMkLst>
        </pc:cxnChg>
        <pc:cxnChg chg="add mod">
          <ac:chgData name="Arno Rasch" userId="7beddedb-bbf6-40ed-a282-8de4cee77076" providerId="ADAL" clId="{276FF819-0596-483A-B751-A63BA7367D4C}" dt="2026-02-23T13:11:35.039" v="796" actId="164"/>
          <ac:cxnSpMkLst>
            <pc:docMk/>
            <pc:sldMk cId="3222304612" sldId="258"/>
            <ac:cxnSpMk id="14" creationId="{8CE7A5DE-1440-E592-6A65-7E0842BA1654}"/>
          </ac:cxnSpMkLst>
        </pc:cxnChg>
        <pc:cxnChg chg="add mod">
          <ac:chgData name="Arno Rasch" userId="7beddedb-bbf6-40ed-a282-8de4cee77076" providerId="ADAL" clId="{276FF819-0596-483A-B751-A63BA7367D4C}" dt="2026-02-23T13:11:35.039" v="796" actId="164"/>
          <ac:cxnSpMkLst>
            <pc:docMk/>
            <pc:sldMk cId="3222304612" sldId="258"/>
            <ac:cxnSpMk id="18" creationId="{F6CC2E31-0F20-97F1-B59D-C13A372B1965}"/>
          </ac:cxnSpMkLst>
        </pc:cxnChg>
        <pc:cxnChg chg="add mod">
          <ac:chgData name="Arno Rasch" userId="7beddedb-bbf6-40ed-a282-8de4cee77076" providerId="ADAL" clId="{276FF819-0596-483A-B751-A63BA7367D4C}" dt="2026-02-23T13:11:35.039" v="796" actId="164"/>
          <ac:cxnSpMkLst>
            <pc:docMk/>
            <pc:sldMk cId="3222304612" sldId="258"/>
            <ac:cxnSpMk id="19" creationId="{E1D29028-869B-4B76-2283-90A402352F35}"/>
          </ac:cxnSpMkLst>
        </pc:cxnChg>
        <pc:cxnChg chg="add mod">
          <ac:chgData name="Arno Rasch" userId="7beddedb-bbf6-40ed-a282-8de4cee77076" providerId="ADAL" clId="{276FF819-0596-483A-B751-A63BA7367D4C}" dt="2026-02-23T13:11:35.039" v="796" actId="164"/>
          <ac:cxnSpMkLst>
            <pc:docMk/>
            <pc:sldMk cId="3222304612" sldId="258"/>
            <ac:cxnSpMk id="20" creationId="{B6D11CD0-C79F-7623-1686-F246409FCFB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96037-6C03-4D06-A7AC-52B2403C4DFD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AA0202-F885-42CB-B382-CEFB63988D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4905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A0202-F885-42CB-B382-CEFB63988DF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45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934CCA-C664-A2B0-0F7F-176FA3ADC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27645C5-A286-2E87-3C64-F516938AE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4E512B-AAC4-2EC6-F74E-A8FD202C0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53B-BC23-4E00-89F1-6694B4A01C29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DC0CAD-171E-842D-8E98-DC230D74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3AEE23-9FEB-ABB6-0115-45698944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7C49-3959-4546-AE89-962D7C49F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163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DB66DE-D5CD-7660-C20D-12E52AEE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5C1F31-85FB-E8C8-F9CC-74C99177D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E6D82E-D31A-B5E7-134B-D8F41864D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53B-BC23-4E00-89F1-6694B4A01C29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C9F667-40E1-F0B4-9CB6-1018884F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E62A96-52EF-77C0-0831-9FAFAD7C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7C49-3959-4546-AE89-962D7C49F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9246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94F84C-7719-B1D3-6089-28CF8B90A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F414FF-3108-8C4A-7865-4F2FD188B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4D473B-6CE4-2BE4-FD8F-20AF007D9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53B-BC23-4E00-89F1-6694B4A01C29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42ECFD-5E92-1165-BC4C-66843B44E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5F0BD0-8BC6-00D2-EEDD-CA269F089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7C49-3959-4546-AE89-962D7C49F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864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A620E2-01FC-2767-5A5A-250C5BF15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E22655-1EC4-3CB5-B9B2-018385EFB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02C545-FE17-98BE-D037-F8DAF350B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5BE275-4304-C22B-79F0-578CD1F24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53B-BC23-4E00-89F1-6694B4A01C29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DB7B16-EA83-610A-4089-CC310193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B6DFC1-C018-AB91-BA94-5F6DD182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7C49-3959-4546-AE89-962D7C49F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352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0053CA-D7D1-4728-3409-623746E6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DC1E75-94EA-3CB3-5C2C-62FA271A2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7E34DB-D4D4-90F7-E227-EDB3A3B0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569089B-A501-AD0F-7964-D8A3A7379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413E451-60C8-8B1C-E46E-C73DBED79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F927792-C030-7C54-3279-B5F5F73B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53B-BC23-4E00-89F1-6694B4A01C29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CCEF87-A341-F12E-65F1-935B5B111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52B3FA9-666D-02FF-DAF2-EE9D74B8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7C49-3959-4546-AE89-962D7C49F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867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7D9EE-B12A-DBC1-E763-97A9F8450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DC7AAF-DD2C-D9D2-C63B-5BC7CD9BB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53B-BC23-4E00-89F1-6694B4A01C29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5C9D8F6-BC51-73BE-DA93-D556FF83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6DB421-8A72-4610-4332-E9459F1F6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7C49-3959-4546-AE89-962D7C49F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7781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CE622F4-850B-B849-381D-9BAAB9DBC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53B-BC23-4E00-89F1-6694B4A01C29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C277BEF-AE21-7DA6-79F7-1AD8ADB67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53325C-3A26-734E-8B0B-A00C04163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7C49-3959-4546-AE89-962D7C49F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4830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672AA7-03D5-F838-1542-40C8024A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07B176-B3C8-FAE2-1D59-32BB618FC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75A95F9-CE5D-EEF9-7FDB-CD3E6F67E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6F0EA9-6F79-285A-192E-4E2EAEBEB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53B-BC23-4E00-89F1-6694B4A01C29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E4D0AA-0001-D0CF-33D9-C00008D01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573E07-48F6-F175-8D25-B0742EE62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7C49-3959-4546-AE89-962D7C49F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938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0976B0-C6CE-1BA1-411D-E7CBD2050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29AB3DA-3FA8-FFBB-E9B1-F87004A09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5F7E86-8CB4-2922-4F39-1605939F8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398C10-78FC-C15E-1FB4-FC33AD76C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53B-BC23-4E00-89F1-6694B4A01C29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DFCA69-A630-4568-0B27-0B4A020ED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DDAFE8-68BA-86DC-8026-74982443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7C49-3959-4546-AE89-962D7C49F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868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494304-B942-2614-135E-517F4FD2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3ED51FA-2E54-133E-CBEA-6253A8319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6B24D-B41E-9F7D-2FDF-5619E5A08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53B-BC23-4E00-89F1-6694B4A01C29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E97A03-6815-27A1-2937-541B34D69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CCE71-3BBB-3DD3-5698-332E80E2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7C49-3959-4546-AE89-962D7C49F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607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A427286-0CFE-ED52-FF83-51B92A632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90AEA04-70A1-1548-E066-489D4D890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82385F-9173-91DE-D8E1-EA11C571A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53B-BC23-4E00-89F1-6694B4A01C29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0BDD21-F35D-E59B-B640-DBE57466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E92438-55AC-9FFF-E504-6CE40742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7C49-3959-4546-AE89-962D7C49F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1879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064CEC3-0753-8F88-54F6-ABDD498FF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BD0518-2893-6460-7E1C-A3F88ADA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374B73-95CB-FC0D-216B-0154FEA3D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B953B-BC23-4E00-89F1-6694B4A01C29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FC0CBB-32CA-F65E-511E-220008C817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553138-895A-B3A4-9F88-FB6EB7673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B7C49-3959-4546-AE89-962D7C49FE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693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7285F634-B224-4FB7-9CB4-27777ECAF54F}"/>
              </a:ext>
            </a:extLst>
          </p:cNvPr>
          <p:cNvSpPr/>
          <p:nvPr/>
        </p:nvSpPr>
        <p:spPr>
          <a:xfrm>
            <a:off x="172266" y="1903559"/>
            <a:ext cx="1437807" cy="5821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200" dirty="0"/>
              <a:t>Tarifrechner</a:t>
            </a:r>
          </a:p>
          <a:p>
            <a:pPr algn="ctr"/>
            <a:r>
              <a:rPr lang="de-DE" sz="1200" dirty="0"/>
              <a:t>(Excel)</a:t>
            </a:r>
          </a:p>
        </p:txBody>
      </p:sp>
      <p:sp>
        <p:nvSpPr>
          <p:cNvPr id="5" name="Flussdiagramm: Daten 4">
            <a:extLst>
              <a:ext uri="{FF2B5EF4-FFF2-40B4-BE49-F238E27FC236}">
                <a16:creationId xmlns:a16="http://schemas.microsoft.com/office/drawing/2014/main" id="{194F14B1-6C43-45DC-B488-B007FBE0A757}"/>
              </a:ext>
            </a:extLst>
          </p:cNvPr>
          <p:cNvSpPr/>
          <p:nvPr/>
        </p:nvSpPr>
        <p:spPr>
          <a:xfrm>
            <a:off x="4371623" y="1571316"/>
            <a:ext cx="1429401" cy="431025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*.</a:t>
            </a:r>
            <a:r>
              <a:rPr lang="de-DE" sz="1100" dirty="0" err="1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txt</a:t>
            </a:r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DE" sz="1100" dirty="0" err="1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vba</a:t>
            </a:r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de-DE" sz="1100" dirty="0"/>
          </a:p>
        </p:txBody>
      </p:sp>
      <p:sp>
        <p:nvSpPr>
          <p:cNvPr id="6" name="Flussdiagramm: Daten 5">
            <a:extLst>
              <a:ext uri="{FF2B5EF4-FFF2-40B4-BE49-F238E27FC236}">
                <a16:creationId xmlns:a16="http://schemas.microsoft.com/office/drawing/2014/main" id="{66F96F96-3806-4C7F-817D-8012D50965A4}"/>
              </a:ext>
            </a:extLst>
          </p:cNvPr>
          <p:cNvSpPr/>
          <p:nvPr/>
        </p:nvSpPr>
        <p:spPr>
          <a:xfrm>
            <a:off x="4199432" y="2262662"/>
            <a:ext cx="1521233" cy="44615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*.</a:t>
            </a:r>
            <a:r>
              <a:rPr lang="de-DE" sz="1100" dirty="0" err="1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csv</a:t>
            </a:r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DE" sz="1100" dirty="0" err="1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excel</a:t>
            </a:r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endParaRPr lang="de-DE" sz="110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310E83E-3836-4179-8744-5339511C5D57}"/>
              </a:ext>
            </a:extLst>
          </p:cNvPr>
          <p:cNvSpPr/>
          <p:nvPr/>
        </p:nvSpPr>
        <p:spPr>
          <a:xfrm>
            <a:off x="2202570" y="1786828"/>
            <a:ext cx="1341673" cy="7526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Excel-Daten und Code extrahieren (Deterministisch)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2FB9757-2446-C488-15A4-66CA457F0BF2}"/>
              </a:ext>
            </a:extLst>
          </p:cNvPr>
          <p:cNvSpPr txBox="1"/>
          <p:nvPr/>
        </p:nvSpPr>
        <p:spPr>
          <a:xfrm>
            <a:off x="1916457" y="2631868"/>
            <a:ext cx="19553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 err="1"/>
              <a:t>function</a:t>
            </a:r>
            <a:r>
              <a:rPr lang="de-DE" sz="1100" dirty="0"/>
              <a:t> </a:t>
            </a:r>
            <a:r>
              <a:rPr lang="de-DE" sz="1100" b="1" dirty="0" err="1"/>
              <a:t>export_excel_infos</a:t>
            </a:r>
            <a:r>
              <a:rPr lang="de-DE" sz="1100" b="1" dirty="0"/>
              <a:t> </a:t>
            </a:r>
            <a:r>
              <a:rPr lang="de-DE" sz="1100" dirty="0" err="1"/>
              <a:t>from</a:t>
            </a:r>
            <a:r>
              <a:rPr lang="de-DE" sz="1100" dirty="0"/>
              <a:t> </a:t>
            </a:r>
            <a:r>
              <a:rPr lang="de-DE" sz="1100" b="1" dirty="0"/>
              <a:t>matrix_extractor.py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F051DB8-055B-4210-BD80-F10DC75526D3}"/>
              </a:ext>
            </a:extLst>
          </p:cNvPr>
          <p:cNvSpPr/>
          <p:nvPr/>
        </p:nvSpPr>
        <p:spPr>
          <a:xfrm>
            <a:off x="6765333" y="1834316"/>
            <a:ext cx="1714361" cy="6576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LLM aufrufen, um Tarifrechner und Mini-Test erzeugen.</a:t>
            </a:r>
          </a:p>
        </p:txBody>
      </p:sp>
      <p:sp>
        <p:nvSpPr>
          <p:cNvPr id="11" name="Flussdiagramm: Daten 10">
            <a:extLst>
              <a:ext uri="{FF2B5EF4-FFF2-40B4-BE49-F238E27FC236}">
                <a16:creationId xmlns:a16="http://schemas.microsoft.com/office/drawing/2014/main" id="{689D3083-B0EF-4D4C-9642-70D68B0FCBE7}"/>
              </a:ext>
            </a:extLst>
          </p:cNvPr>
          <p:cNvSpPr/>
          <p:nvPr/>
        </p:nvSpPr>
        <p:spPr>
          <a:xfrm>
            <a:off x="9436095" y="1924086"/>
            <a:ext cx="1839302" cy="568937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Tarifrechner </a:t>
            </a:r>
          </a:p>
          <a:p>
            <a:pPr algn="ctr"/>
            <a:r>
              <a:rPr lang="de-DE" dirty="0"/>
              <a:t>(4 Py-Files)</a:t>
            </a:r>
            <a:endParaRPr lang="de-DE" sz="1100" dirty="0"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2" name="Flussdiagramm: Daten 11">
            <a:extLst>
              <a:ext uri="{FF2B5EF4-FFF2-40B4-BE49-F238E27FC236}">
                <a16:creationId xmlns:a16="http://schemas.microsoft.com/office/drawing/2014/main" id="{2F3D27C0-677F-4A81-B882-598D306158DA}"/>
              </a:ext>
            </a:extLst>
          </p:cNvPr>
          <p:cNvSpPr/>
          <p:nvPr/>
        </p:nvSpPr>
        <p:spPr>
          <a:xfrm>
            <a:off x="9368081" y="3334990"/>
            <a:ext cx="1839302" cy="628549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 algn="ctr"/>
            <a:r>
              <a:rPr lang="de-DE" dirty="0"/>
              <a:t>t</a:t>
            </a:r>
            <a:r>
              <a:rPr lang="de-DE" sz="1100" dirty="0">
                <a:effectLst/>
                <a:latin typeface="+mn-lt"/>
                <a:ea typeface="+mn-ea"/>
                <a:cs typeface="+mn-cs"/>
              </a:rPr>
              <a:t>est_run.py</a:t>
            </a:r>
            <a:endParaRPr lang="de-DE" sz="1100" dirty="0"/>
          </a:p>
        </p:txBody>
      </p:sp>
      <p:sp>
        <p:nvSpPr>
          <p:cNvPr id="13" name="Flussdiagramm: Daten 12">
            <a:extLst>
              <a:ext uri="{FF2B5EF4-FFF2-40B4-BE49-F238E27FC236}">
                <a16:creationId xmlns:a16="http://schemas.microsoft.com/office/drawing/2014/main" id="{89175EC6-15E7-417D-99B4-09345246150D}"/>
              </a:ext>
            </a:extLst>
          </p:cNvPr>
          <p:cNvSpPr/>
          <p:nvPr/>
        </p:nvSpPr>
        <p:spPr>
          <a:xfrm>
            <a:off x="9436095" y="569079"/>
            <a:ext cx="1839302" cy="600127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100" dirty="0">
              <a:solidFill>
                <a:schemeClr val="lt1"/>
              </a:solidFill>
              <a:effectLst/>
              <a:latin typeface="+mn-lt"/>
              <a:ea typeface="+mn-ea"/>
              <a:cs typeface="+mn-cs"/>
            </a:endParaRPr>
          </a:p>
          <a:p>
            <a:pPr algn="ctr"/>
            <a:r>
              <a:rPr lang="de-DE" dirty="0"/>
              <a:t>tafeln.xml</a:t>
            </a:r>
            <a:endParaRPr lang="de-DE" sz="11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A254351-3C46-C5B4-9B08-25E96185A15B}"/>
              </a:ext>
            </a:extLst>
          </p:cNvPr>
          <p:cNvSpPr txBox="1"/>
          <p:nvPr/>
        </p:nvSpPr>
        <p:spPr>
          <a:xfrm>
            <a:off x="6716970" y="2570313"/>
            <a:ext cx="18110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Prompt_excel_to_py.txt</a:t>
            </a:r>
          </a:p>
        </p:txBody>
      </p:sp>
      <p:sp>
        <p:nvSpPr>
          <p:cNvPr id="16" name="Flussdiagramm: Daten 15">
            <a:extLst>
              <a:ext uri="{FF2B5EF4-FFF2-40B4-BE49-F238E27FC236}">
                <a16:creationId xmlns:a16="http://schemas.microsoft.com/office/drawing/2014/main" id="{312367A2-690A-28F9-0E19-879F2E6045E9}"/>
              </a:ext>
            </a:extLst>
          </p:cNvPr>
          <p:cNvSpPr/>
          <p:nvPr/>
        </p:nvSpPr>
        <p:spPr>
          <a:xfrm>
            <a:off x="4199431" y="2969133"/>
            <a:ext cx="1521233" cy="44615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Vergleichs-werte f. Test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25D1333-2E8F-F5D1-5DD2-9C0DFD4A5437}"/>
              </a:ext>
            </a:extLst>
          </p:cNvPr>
          <p:cNvSpPr txBox="1"/>
          <p:nvPr/>
        </p:nvSpPr>
        <p:spPr>
          <a:xfrm>
            <a:off x="279609" y="384413"/>
            <a:ext cx="597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pipeline.py (1/2)</a:t>
            </a:r>
          </a:p>
        </p:txBody>
      </p:sp>
      <p:pic>
        <p:nvPicPr>
          <p:cNvPr id="22" name="Grafik 21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104C993-B687-6DD5-0301-D0EA107DA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66" y="4701125"/>
            <a:ext cx="8528055" cy="1584116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9103EDAB-5F49-4DFA-46F6-8D5A5807EC37}"/>
              </a:ext>
            </a:extLst>
          </p:cNvPr>
          <p:cNvSpPr txBox="1"/>
          <p:nvPr/>
        </p:nvSpPr>
        <p:spPr>
          <a:xfrm>
            <a:off x="105796" y="4417571"/>
            <a:ext cx="34384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Kalkulation_compressed.csv</a:t>
            </a:r>
          </a:p>
        </p:txBody>
      </p:sp>
      <p:sp>
        <p:nvSpPr>
          <p:cNvPr id="24" name="Pfeil: nach rechts 23">
            <a:extLst>
              <a:ext uri="{FF2B5EF4-FFF2-40B4-BE49-F238E27FC236}">
                <a16:creationId xmlns:a16="http://schemas.microsoft.com/office/drawing/2014/main" id="{5428C317-2724-4523-A580-E8D668594A70}"/>
              </a:ext>
            </a:extLst>
          </p:cNvPr>
          <p:cNvSpPr/>
          <p:nvPr/>
        </p:nvSpPr>
        <p:spPr>
          <a:xfrm>
            <a:off x="1644607" y="2039586"/>
            <a:ext cx="501041" cy="291904"/>
          </a:xfrm>
          <a:prstGeom prst="rightArrow">
            <a:avLst>
              <a:gd name="adj1" fmla="val 50000"/>
              <a:gd name="adj2" fmla="val 914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100"/>
          </a:p>
        </p:txBody>
      </p:sp>
      <p:sp>
        <p:nvSpPr>
          <p:cNvPr id="25" name="Pfeil: nach rechts 24">
            <a:extLst>
              <a:ext uri="{FF2B5EF4-FFF2-40B4-BE49-F238E27FC236}">
                <a16:creationId xmlns:a16="http://schemas.microsoft.com/office/drawing/2014/main" id="{449E9889-643A-92CD-D561-8F182A8CF69E}"/>
              </a:ext>
            </a:extLst>
          </p:cNvPr>
          <p:cNvSpPr/>
          <p:nvPr/>
        </p:nvSpPr>
        <p:spPr>
          <a:xfrm>
            <a:off x="3621317" y="2062602"/>
            <a:ext cx="501041" cy="291904"/>
          </a:xfrm>
          <a:prstGeom prst="rightArrow">
            <a:avLst>
              <a:gd name="adj1" fmla="val 50000"/>
              <a:gd name="adj2" fmla="val 914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100"/>
          </a:p>
        </p:txBody>
      </p:sp>
      <p:sp>
        <p:nvSpPr>
          <p:cNvPr id="26" name="Pfeil: nach rechts 25">
            <a:extLst>
              <a:ext uri="{FF2B5EF4-FFF2-40B4-BE49-F238E27FC236}">
                <a16:creationId xmlns:a16="http://schemas.microsoft.com/office/drawing/2014/main" id="{360C91F4-BD79-8DFB-2CE7-AEFF3711650F}"/>
              </a:ext>
            </a:extLst>
          </p:cNvPr>
          <p:cNvSpPr/>
          <p:nvPr/>
        </p:nvSpPr>
        <p:spPr>
          <a:xfrm>
            <a:off x="6125333" y="2033932"/>
            <a:ext cx="501041" cy="291904"/>
          </a:xfrm>
          <a:prstGeom prst="rightArrow">
            <a:avLst>
              <a:gd name="adj1" fmla="val 50000"/>
              <a:gd name="adj2" fmla="val 914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100"/>
          </a:p>
        </p:txBody>
      </p:sp>
      <p:sp>
        <p:nvSpPr>
          <p:cNvPr id="27" name="Pfeil: nach rechts 26">
            <a:extLst>
              <a:ext uri="{FF2B5EF4-FFF2-40B4-BE49-F238E27FC236}">
                <a16:creationId xmlns:a16="http://schemas.microsoft.com/office/drawing/2014/main" id="{029066C1-86D7-9E41-88D5-9D8FAD749652}"/>
              </a:ext>
            </a:extLst>
          </p:cNvPr>
          <p:cNvSpPr/>
          <p:nvPr/>
        </p:nvSpPr>
        <p:spPr>
          <a:xfrm>
            <a:off x="8617428" y="2002341"/>
            <a:ext cx="501041" cy="291904"/>
          </a:xfrm>
          <a:prstGeom prst="rightArrow">
            <a:avLst>
              <a:gd name="adj1" fmla="val 50000"/>
              <a:gd name="adj2" fmla="val 914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100"/>
          </a:p>
        </p:txBody>
      </p:sp>
    </p:spTree>
    <p:extLst>
      <p:ext uri="{BB962C8B-B14F-4D97-AF65-F5344CB8AC3E}">
        <p14:creationId xmlns:p14="http://schemas.microsoft.com/office/powerpoint/2010/main" val="3717269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93AD6-FAD8-82FF-23EB-7784A1094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9E8BE108-CE25-F9FF-2695-F6C5DFD053B3}"/>
              </a:ext>
            </a:extLst>
          </p:cNvPr>
          <p:cNvSpPr/>
          <p:nvPr/>
        </p:nvSpPr>
        <p:spPr>
          <a:xfrm>
            <a:off x="172266" y="1903559"/>
            <a:ext cx="1437807" cy="5821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200" dirty="0"/>
              <a:t>Tarifrechner</a:t>
            </a:r>
          </a:p>
          <a:p>
            <a:pPr algn="ctr"/>
            <a:r>
              <a:rPr lang="de-DE" sz="1200" dirty="0"/>
              <a:t>(Excel)</a:t>
            </a:r>
          </a:p>
        </p:txBody>
      </p:sp>
      <p:sp>
        <p:nvSpPr>
          <p:cNvPr id="5" name="Flussdiagramm: Daten 4">
            <a:extLst>
              <a:ext uri="{FF2B5EF4-FFF2-40B4-BE49-F238E27FC236}">
                <a16:creationId xmlns:a16="http://schemas.microsoft.com/office/drawing/2014/main" id="{E6A8559B-3B43-25BB-A0AB-920B26B6D001}"/>
              </a:ext>
            </a:extLst>
          </p:cNvPr>
          <p:cNvSpPr/>
          <p:nvPr/>
        </p:nvSpPr>
        <p:spPr>
          <a:xfrm>
            <a:off x="4371623" y="1571316"/>
            <a:ext cx="1429401" cy="431025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*.</a:t>
            </a:r>
            <a:r>
              <a:rPr lang="de-DE" sz="1100" dirty="0" err="1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txt</a:t>
            </a:r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DE" sz="1100" dirty="0" err="1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vba</a:t>
            </a:r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de-DE" sz="1100" dirty="0"/>
          </a:p>
        </p:txBody>
      </p:sp>
      <p:sp>
        <p:nvSpPr>
          <p:cNvPr id="6" name="Flussdiagramm: Daten 5">
            <a:extLst>
              <a:ext uri="{FF2B5EF4-FFF2-40B4-BE49-F238E27FC236}">
                <a16:creationId xmlns:a16="http://schemas.microsoft.com/office/drawing/2014/main" id="{EFD73745-A8BF-CBE4-10D0-ECC455F115C1}"/>
              </a:ext>
            </a:extLst>
          </p:cNvPr>
          <p:cNvSpPr/>
          <p:nvPr/>
        </p:nvSpPr>
        <p:spPr>
          <a:xfrm>
            <a:off x="4199432" y="2262662"/>
            <a:ext cx="1521233" cy="44615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*.</a:t>
            </a:r>
            <a:r>
              <a:rPr lang="de-DE" sz="1100" dirty="0" err="1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csv</a:t>
            </a:r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DE" sz="1100" dirty="0" err="1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excel</a:t>
            </a:r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endParaRPr lang="de-DE" sz="110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E881138-4B1F-95A0-A428-701977D9A0DA}"/>
              </a:ext>
            </a:extLst>
          </p:cNvPr>
          <p:cNvSpPr/>
          <p:nvPr/>
        </p:nvSpPr>
        <p:spPr>
          <a:xfrm>
            <a:off x="2202570" y="1786828"/>
            <a:ext cx="1341673" cy="7526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Excel-Daten und Code extrahieren (Deterministisch)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E90D545-78DC-E351-3205-AB90F255F21E}"/>
              </a:ext>
            </a:extLst>
          </p:cNvPr>
          <p:cNvSpPr txBox="1"/>
          <p:nvPr/>
        </p:nvSpPr>
        <p:spPr>
          <a:xfrm>
            <a:off x="1916457" y="2631868"/>
            <a:ext cx="19553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 err="1"/>
              <a:t>function</a:t>
            </a:r>
            <a:r>
              <a:rPr lang="de-DE" sz="1100" dirty="0"/>
              <a:t> </a:t>
            </a:r>
            <a:r>
              <a:rPr lang="de-DE" sz="1100" b="1" dirty="0" err="1"/>
              <a:t>export_excel_infos</a:t>
            </a:r>
            <a:r>
              <a:rPr lang="de-DE" sz="1100" b="1" dirty="0"/>
              <a:t> </a:t>
            </a:r>
            <a:r>
              <a:rPr lang="de-DE" sz="1100" dirty="0" err="1"/>
              <a:t>from</a:t>
            </a:r>
            <a:r>
              <a:rPr lang="de-DE" sz="1100" dirty="0"/>
              <a:t> </a:t>
            </a:r>
            <a:r>
              <a:rPr lang="de-DE" sz="1100" b="1" dirty="0"/>
              <a:t>matrix_extractor.py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F1A070-7D77-2AC2-0175-5DE7717CBDC0}"/>
              </a:ext>
            </a:extLst>
          </p:cNvPr>
          <p:cNvSpPr/>
          <p:nvPr/>
        </p:nvSpPr>
        <p:spPr>
          <a:xfrm>
            <a:off x="6765333" y="1834316"/>
            <a:ext cx="1714361" cy="6576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LLM aufrufen, um Tarifrechner und Mini-Test erzeugen.</a:t>
            </a:r>
          </a:p>
        </p:txBody>
      </p:sp>
      <p:sp>
        <p:nvSpPr>
          <p:cNvPr id="11" name="Flussdiagramm: Daten 10">
            <a:extLst>
              <a:ext uri="{FF2B5EF4-FFF2-40B4-BE49-F238E27FC236}">
                <a16:creationId xmlns:a16="http://schemas.microsoft.com/office/drawing/2014/main" id="{E306CB95-681C-EE2B-6A8C-E275406BAC2D}"/>
              </a:ext>
            </a:extLst>
          </p:cNvPr>
          <p:cNvSpPr/>
          <p:nvPr/>
        </p:nvSpPr>
        <p:spPr>
          <a:xfrm>
            <a:off x="9436095" y="1924086"/>
            <a:ext cx="1839302" cy="568937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Tarifrechner </a:t>
            </a:r>
          </a:p>
          <a:p>
            <a:pPr algn="ctr"/>
            <a:r>
              <a:rPr lang="de-DE" dirty="0"/>
              <a:t>(4 Py-Files)</a:t>
            </a:r>
            <a:endParaRPr lang="de-DE" sz="1100" dirty="0"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2" name="Flussdiagramm: Daten 11">
            <a:extLst>
              <a:ext uri="{FF2B5EF4-FFF2-40B4-BE49-F238E27FC236}">
                <a16:creationId xmlns:a16="http://schemas.microsoft.com/office/drawing/2014/main" id="{0CAF1D0D-AB49-2B22-E907-13834096B072}"/>
              </a:ext>
            </a:extLst>
          </p:cNvPr>
          <p:cNvSpPr/>
          <p:nvPr/>
        </p:nvSpPr>
        <p:spPr>
          <a:xfrm>
            <a:off x="9368081" y="3334990"/>
            <a:ext cx="1839302" cy="628549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  <a:p>
            <a:pPr algn="ctr"/>
            <a:r>
              <a:rPr lang="de-DE" dirty="0"/>
              <a:t>t</a:t>
            </a:r>
            <a:r>
              <a:rPr lang="de-DE" sz="1100" dirty="0">
                <a:effectLst/>
                <a:latin typeface="+mn-lt"/>
                <a:ea typeface="+mn-ea"/>
                <a:cs typeface="+mn-cs"/>
              </a:rPr>
              <a:t>est_run.py</a:t>
            </a:r>
            <a:endParaRPr lang="de-DE" sz="1100" dirty="0"/>
          </a:p>
        </p:txBody>
      </p:sp>
      <p:sp>
        <p:nvSpPr>
          <p:cNvPr id="13" name="Flussdiagramm: Daten 12">
            <a:extLst>
              <a:ext uri="{FF2B5EF4-FFF2-40B4-BE49-F238E27FC236}">
                <a16:creationId xmlns:a16="http://schemas.microsoft.com/office/drawing/2014/main" id="{A7EEC84B-F1A3-BD06-DEBE-EBB7878C243B}"/>
              </a:ext>
            </a:extLst>
          </p:cNvPr>
          <p:cNvSpPr/>
          <p:nvPr/>
        </p:nvSpPr>
        <p:spPr>
          <a:xfrm>
            <a:off x="9436095" y="569079"/>
            <a:ext cx="1839302" cy="600127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100" dirty="0">
              <a:solidFill>
                <a:schemeClr val="lt1"/>
              </a:solidFill>
              <a:effectLst/>
              <a:latin typeface="+mn-lt"/>
              <a:ea typeface="+mn-ea"/>
              <a:cs typeface="+mn-cs"/>
            </a:endParaRPr>
          </a:p>
          <a:p>
            <a:pPr algn="ctr"/>
            <a:r>
              <a:rPr lang="de-DE" dirty="0"/>
              <a:t>tafeln.xml</a:t>
            </a:r>
            <a:endParaRPr lang="de-DE" sz="11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C83B16-9F13-CE38-EE4D-56BE3F1941D4}"/>
              </a:ext>
            </a:extLst>
          </p:cNvPr>
          <p:cNvSpPr txBox="1"/>
          <p:nvPr/>
        </p:nvSpPr>
        <p:spPr>
          <a:xfrm>
            <a:off x="6716970" y="2570313"/>
            <a:ext cx="18110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Prompt_excel_to_py.txt</a:t>
            </a:r>
          </a:p>
        </p:txBody>
      </p:sp>
      <p:sp>
        <p:nvSpPr>
          <p:cNvPr id="16" name="Flussdiagramm: Daten 15">
            <a:extLst>
              <a:ext uri="{FF2B5EF4-FFF2-40B4-BE49-F238E27FC236}">
                <a16:creationId xmlns:a16="http://schemas.microsoft.com/office/drawing/2014/main" id="{A37B56BE-31E2-FBF3-933D-E60C7D031BA4}"/>
              </a:ext>
            </a:extLst>
          </p:cNvPr>
          <p:cNvSpPr/>
          <p:nvPr/>
        </p:nvSpPr>
        <p:spPr>
          <a:xfrm>
            <a:off x="4199431" y="2969133"/>
            <a:ext cx="1521233" cy="44615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Vergleichs-werte f. Test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C114E41-DE00-AB23-2B5C-E92FDD53AEB3}"/>
              </a:ext>
            </a:extLst>
          </p:cNvPr>
          <p:cNvSpPr txBox="1"/>
          <p:nvPr/>
        </p:nvSpPr>
        <p:spPr>
          <a:xfrm>
            <a:off x="279609" y="384413"/>
            <a:ext cx="597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pipeline.py (1/2)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DD5FFFBD-BAA4-9841-D2C9-DF5B454AD144}"/>
              </a:ext>
            </a:extLst>
          </p:cNvPr>
          <p:cNvGrpSpPr/>
          <p:nvPr/>
        </p:nvGrpSpPr>
        <p:grpSpPr>
          <a:xfrm>
            <a:off x="6636028" y="4420080"/>
            <a:ext cx="1892027" cy="1613743"/>
            <a:chOff x="4607014" y="4673077"/>
            <a:chExt cx="1892027" cy="1613743"/>
          </a:xfrm>
        </p:grpSpPr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7B5E68F3-D942-F815-E45E-A40BD2249105}"/>
                </a:ext>
              </a:extLst>
            </p:cNvPr>
            <p:cNvSpPr txBox="1"/>
            <p:nvPr/>
          </p:nvSpPr>
          <p:spPr>
            <a:xfrm>
              <a:off x="4763185" y="4717160"/>
              <a:ext cx="139301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actuarial.py</a:t>
              </a:r>
            </a:p>
            <a:p>
              <a:pPr algn="ctr"/>
              <a:endParaRPr lang="de-DE" sz="1200" dirty="0"/>
            </a:p>
            <a:p>
              <a:pPr algn="ctr"/>
              <a:r>
                <a:rPr lang="de-DE" sz="1200" dirty="0"/>
                <a:t>commutation.py</a:t>
              </a:r>
            </a:p>
            <a:p>
              <a:pPr algn="ctr"/>
              <a:endParaRPr lang="de-DE" sz="1200" dirty="0"/>
            </a:p>
            <a:p>
              <a:pPr algn="ctr"/>
              <a:r>
                <a:rPr lang="de-DE" sz="1200" dirty="0"/>
                <a:t>params.py</a:t>
              </a:r>
            </a:p>
            <a:p>
              <a:pPr algn="ctr"/>
              <a:endParaRPr lang="de-DE" sz="1200" dirty="0"/>
            </a:p>
            <a:p>
              <a:pPr algn="ctr"/>
              <a:r>
                <a:rPr lang="de-DE" sz="1200" dirty="0"/>
                <a:t>inputs.py</a:t>
              </a:r>
            </a:p>
            <a:p>
              <a:endParaRPr lang="de-DE" sz="1200" dirty="0"/>
            </a:p>
          </p:txBody>
        </p: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4A171BD6-A86D-319D-E9A9-3AFB0A7C5C8B}"/>
                </a:ext>
              </a:extLst>
            </p:cNvPr>
            <p:cNvCxnSpPr/>
            <p:nvPr/>
          </p:nvCxnSpPr>
          <p:spPr>
            <a:xfrm>
              <a:off x="4607014" y="5055649"/>
              <a:ext cx="1866585" cy="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8CE7A5DE-1440-E592-6A65-7E0842BA1654}"/>
                </a:ext>
              </a:extLst>
            </p:cNvPr>
            <p:cNvCxnSpPr/>
            <p:nvPr/>
          </p:nvCxnSpPr>
          <p:spPr>
            <a:xfrm>
              <a:off x="4618602" y="5427202"/>
              <a:ext cx="1866585" cy="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F6CC2E31-0F20-97F1-B59D-C13A372B1965}"/>
                </a:ext>
              </a:extLst>
            </p:cNvPr>
            <p:cNvCxnSpPr/>
            <p:nvPr/>
          </p:nvCxnSpPr>
          <p:spPr>
            <a:xfrm>
              <a:off x="4618602" y="5760971"/>
              <a:ext cx="1866585" cy="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E1D29028-869B-4B76-2283-90A402352F35}"/>
                </a:ext>
              </a:extLst>
            </p:cNvPr>
            <p:cNvCxnSpPr/>
            <p:nvPr/>
          </p:nvCxnSpPr>
          <p:spPr>
            <a:xfrm>
              <a:off x="4618601" y="6117411"/>
              <a:ext cx="1866585" cy="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B6D11CD0-C79F-7623-1686-F246409FCFB3}"/>
                </a:ext>
              </a:extLst>
            </p:cNvPr>
            <p:cNvCxnSpPr/>
            <p:nvPr/>
          </p:nvCxnSpPr>
          <p:spPr>
            <a:xfrm>
              <a:off x="4632456" y="4673077"/>
              <a:ext cx="1866585" cy="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feld 23">
            <a:extLst>
              <a:ext uri="{FF2B5EF4-FFF2-40B4-BE49-F238E27FC236}">
                <a16:creationId xmlns:a16="http://schemas.microsoft.com/office/drawing/2014/main" id="{CDDE34F0-96E4-108B-B192-D1C5B3292090}"/>
              </a:ext>
            </a:extLst>
          </p:cNvPr>
          <p:cNvSpPr txBox="1"/>
          <p:nvPr/>
        </p:nvSpPr>
        <p:spPr>
          <a:xfrm>
            <a:off x="4299427" y="4879661"/>
            <a:ext cx="2130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Architekturvorgabe</a:t>
            </a:r>
          </a:p>
        </p:txBody>
      </p:sp>
      <p:sp>
        <p:nvSpPr>
          <p:cNvPr id="25" name="Pfeil: nach rechts 24">
            <a:extLst>
              <a:ext uri="{FF2B5EF4-FFF2-40B4-BE49-F238E27FC236}">
                <a16:creationId xmlns:a16="http://schemas.microsoft.com/office/drawing/2014/main" id="{7ABEDC69-D8EB-A0E8-7DAC-F2E919E94B3C}"/>
              </a:ext>
            </a:extLst>
          </p:cNvPr>
          <p:cNvSpPr/>
          <p:nvPr/>
        </p:nvSpPr>
        <p:spPr>
          <a:xfrm>
            <a:off x="1644607" y="2039586"/>
            <a:ext cx="501041" cy="291904"/>
          </a:xfrm>
          <a:prstGeom prst="rightArrow">
            <a:avLst>
              <a:gd name="adj1" fmla="val 50000"/>
              <a:gd name="adj2" fmla="val 914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100"/>
          </a:p>
        </p:txBody>
      </p:sp>
      <p:sp>
        <p:nvSpPr>
          <p:cNvPr id="26" name="Pfeil: nach rechts 25">
            <a:extLst>
              <a:ext uri="{FF2B5EF4-FFF2-40B4-BE49-F238E27FC236}">
                <a16:creationId xmlns:a16="http://schemas.microsoft.com/office/drawing/2014/main" id="{6F274131-D62D-8C21-A67F-4CCFCB8FC0E4}"/>
              </a:ext>
            </a:extLst>
          </p:cNvPr>
          <p:cNvSpPr/>
          <p:nvPr/>
        </p:nvSpPr>
        <p:spPr>
          <a:xfrm>
            <a:off x="3621317" y="2062602"/>
            <a:ext cx="501041" cy="291904"/>
          </a:xfrm>
          <a:prstGeom prst="rightArrow">
            <a:avLst>
              <a:gd name="adj1" fmla="val 50000"/>
              <a:gd name="adj2" fmla="val 914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100"/>
          </a:p>
        </p:txBody>
      </p:sp>
      <p:sp>
        <p:nvSpPr>
          <p:cNvPr id="27" name="Pfeil: nach rechts 26">
            <a:extLst>
              <a:ext uri="{FF2B5EF4-FFF2-40B4-BE49-F238E27FC236}">
                <a16:creationId xmlns:a16="http://schemas.microsoft.com/office/drawing/2014/main" id="{65254905-F468-2C0A-045C-965DF2A59375}"/>
              </a:ext>
            </a:extLst>
          </p:cNvPr>
          <p:cNvSpPr/>
          <p:nvPr/>
        </p:nvSpPr>
        <p:spPr>
          <a:xfrm>
            <a:off x="6125333" y="2033932"/>
            <a:ext cx="501041" cy="291904"/>
          </a:xfrm>
          <a:prstGeom prst="rightArrow">
            <a:avLst>
              <a:gd name="adj1" fmla="val 50000"/>
              <a:gd name="adj2" fmla="val 914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100"/>
          </a:p>
        </p:txBody>
      </p:sp>
      <p:sp>
        <p:nvSpPr>
          <p:cNvPr id="28" name="Pfeil: nach rechts 27">
            <a:extLst>
              <a:ext uri="{FF2B5EF4-FFF2-40B4-BE49-F238E27FC236}">
                <a16:creationId xmlns:a16="http://schemas.microsoft.com/office/drawing/2014/main" id="{BAE0FB5D-7E42-1666-B4E7-0691AB8EB0B0}"/>
              </a:ext>
            </a:extLst>
          </p:cNvPr>
          <p:cNvSpPr/>
          <p:nvPr/>
        </p:nvSpPr>
        <p:spPr>
          <a:xfrm>
            <a:off x="8617428" y="2002341"/>
            <a:ext cx="501041" cy="291904"/>
          </a:xfrm>
          <a:prstGeom prst="rightArrow">
            <a:avLst>
              <a:gd name="adj1" fmla="val 50000"/>
              <a:gd name="adj2" fmla="val 914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100"/>
          </a:p>
        </p:txBody>
      </p:sp>
    </p:spTree>
    <p:extLst>
      <p:ext uri="{BB962C8B-B14F-4D97-AF65-F5344CB8AC3E}">
        <p14:creationId xmlns:p14="http://schemas.microsoft.com/office/powerpoint/2010/main" val="3222304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282BD-2661-4991-8929-9CAAF0748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>
            <a:extLst>
              <a:ext uri="{FF2B5EF4-FFF2-40B4-BE49-F238E27FC236}">
                <a16:creationId xmlns:a16="http://schemas.microsoft.com/office/drawing/2014/main" id="{6FC2090D-1F03-7D4C-E76A-2D2A4D439918}"/>
              </a:ext>
            </a:extLst>
          </p:cNvPr>
          <p:cNvSpPr txBox="1"/>
          <p:nvPr/>
        </p:nvSpPr>
        <p:spPr>
          <a:xfrm>
            <a:off x="4075020" y="3256201"/>
            <a:ext cx="1119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/>
              <a:t>Prompt_test.txt</a:t>
            </a:r>
            <a:endParaRPr lang="de-DE" sz="1100" b="1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5F09060-B801-BB56-DBAB-FA28B6BC5322}"/>
              </a:ext>
            </a:extLst>
          </p:cNvPr>
          <p:cNvSpPr/>
          <p:nvPr/>
        </p:nvSpPr>
        <p:spPr>
          <a:xfrm>
            <a:off x="3873943" y="2532573"/>
            <a:ext cx="1521233" cy="6576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LLM aufrufen, um vollständigen Test zu erzeugen</a:t>
            </a:r>
          </a:p>
        </p:txBody>
      </p:sp>
      <p:sp>
        <p:nvSpPr>
          <p:cNvPr id="13" name="Flussdiagramm: Daten 12">
            <a:extLst>
              <a:ext uri="{FF2B5EF4-FFF2-40B4-BE49-F238E27FC236}">
                <a16:creationId xmlns:a16="http://schemas.microsoft.com/office/drawing/2014/main" id="{A72C4D99-DA96-E5AC-D436-C4B458109383}"/>
              </a:ext>
            </a:extLst>
          </p:cNvPr>
          <p:cNvSpPr/>
          <p:nvPr/>
        </p:nvSpPr>
        <p:spPr>
          <a:xfrm>
            <a:off x="279609" y="1184441"/>
            <a:ext cx="2161310" cy="600127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100" dirty="0">
              <a:solidFill>
                <a:schemeClr val="lt1"/>
              </a:solidFill>
              <a:effectLst/>
              <a:latin typeface="+mn-lt"/>
              <a:ea typeface="+mn-ea"/>
              <a:cs typeface="+mn-cs"/>
            </a:endParaRPr>
          </a:p>
          <a:p>
            <a:pPr algn="ctr"/>
            <a:r>
              <a:rPr lang="de-DE" dirty="0"/>
              <a:t>tafeln.xml</a:t>
            </a:r>
            <a:endParaRPr lang="de-DE" sz="11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EAB27F3-423F-BA05-D1AC-317117A3029E}"/>
              </a:ext>
            </a:extLst>
          </p:cNvPr>
          <p:cNvSpPr txBox="1"/>
          <p:nvPr/>
        </p:nvSpPr>
        <p:spPr>
          <a:xfrm>
            <a:off x="279609" y="384413"/>
            <a:ext cx="597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pipeline.py (2/2)</a:t>
            </a:r>
          </a:p>
        </p:txBody>
      </p:sp>
      <p:sp>
        <p:nvSpPr>
          <p:cNvPr id="2" name="Flussdiagramm: Daten 1">
            <a:extLst>
              <a:ext uri="{FF2B5EF4-FFF2-40B4-BE49-F238E27FC236}">
                <a16:creationId xmlns:a16="http://schemas.microsoft.com/office/drawing/2014/main" id="{5F35C406-F435-F91F-2DA1-9AF2BA8A4359}"/>
              </a:ext>
            </a:extLst>
          </p:cNvPr>
          <p:cNvSpPr/>
          <p:nvPr/>
        </p:nvSpPr>
        <p:spPr>
          <a:xfrm>
            <a:off x="279609" y="1963636"/>
            <a:ext cx="2161310" cy="568937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Tarifrechner </a:t>
            </a:r>
          </a:p>
          <a:p>
            <a:pPr algn="ctr"/>
            <a:r>
              <a:rPr lang="de-DE" dirty="0"/>
              <a:t>(4 Py-Files)</a:t>
            </a:r>
            <a:endParaRPr lang="de-DE" sz="1100" dirty="0"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3" name="Flussdiagramm: Daten 2">
            <a:extLst>
              <a:ext uri="{FF2B5EF4-FFF2-40B4-BE49-F238E27FC236}">
                <a16:creationId xmlns:a16="http://schemas.microsoft.com/office/drawing/2014/main" id="{8060D25B-0D38-AABE-24FA-2436C0FA9630}"/>
              </a:ext>
            </a:extLst>
          </p:cNvPr>
          <p:cNvSpPr/>
          <p:nvPr/>
        </p:nvSpPr>
        <p:spPr>
          <a:xfrm>
            <a:off x="279609" y="2711641"/>
            <a:ext cx="2161310" cy="628549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  <a:p>
            <a:pPr algn="ctr"/>
            <a:r>
              <a:rPr lang="de-DE" dirty="0"/>
              <a:t>t</a:t>
            </a:r>
            <a:r>
              <a:rPr lang="de-DE" sz="1100" dirty="0">
                <a:effectLst/>
                <a:latin typeface="+mn-lt"/>
                <a:ea typeface="+mn-ea"/>
                <a:cs typeface="+mn-cs"/>
              </a:rPr>
              <a:t>est_run.py</a:t>
            </a:r>
            <a:endParaRPr lang="de-DE" sz="1100" dirty="0"/>
          </a:p>
        </p:txBody>
      </p:sp>
      <p:sp>
        <p:nvSpPr>
          <p:cNvPr id="8" name="Flussdiagramm: Daten 7">
            <a:extLst>
              <a:ext uri="{FF2B5EF4-FFF2-40B4-BE49-F238E27FC236}">
                <a16:creationId xmlns:a16="http://schemas.microsoft.com/office/drawing/2014/main" id="{CAA9F173-A921-BB25-5DA9-F83E7AF8081D}"/>
              </a:ext>
            </a:extLst>
          </p:cNvPr>
          <p:cNvSpPr/>
          <p:nvPr/>
        </p:nvSpPr>
        <p:spPr>
          <a:xfrm>
            <a:off x="279609" y="3517811"/>
            <a:ext cx="2161310" cy="628549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 algn="ctr"/>
            <a:r>
              <a:rPr lang="de-DE" sz="1100" dirty="0">
                <a:effectLst/>
                <a:latin typeface="+mn-lt"/>
                <a:ea typeface="+mn-ea"/>
                <a:cs typeface="+mn-cs"/>
              </a:rPr>
              <a:t>*</a:t>
            </a:r>
            <a:r>
              <a:rPr lang="de-DE" sz="1100" dirty="0" err="1">
                <a:effectLst/>
                <a:latin typeface="+mn-lt"/>
                <a:ea typeface="+mn-ea"/>
                <a:cs typeface="+mn-cs"/>
              </a:rPr>
              <a:t>scalar</a:t>
            </a:r>
            <a:r>
              <a:rPr lang="de-DE" dirty="0" err="1"/>
              <a:t>.json</a:t>
            </a:r>
            <a:endParaRPr lang="de-DE" sz="1100" dirty="0"/>
          </a:p>
        </p:txBody>
      </p:sp>
      <p:sp>
        <p:nvSpPr>
          <p:cNvPr id="14" name="Flussdiagramm: Daten 13">
            <a:extLst>
              <a:ext uri="{FF2B5EF4-FFF2-40B4-BE49-F238E27FC236}">
                <a16:creationId xmlns:a16="http://schemas.microsoft.com/office/drawing/2014/main" id="{AFAFCEA9-24C3-BE80-9951-AD15AE16F63A}"/>
              </a:ext>
            </a:extLst>
          </p:cNvPr>
          <p:cNvSpPr/>
          <p:nvPr/>
        </p:nvSpPr>
        <p:spPr>
          <a:xfrm>
            <a:off x="279609" y="4323981"/>
            <a:ext cx="2161310" cy="628549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 algn="ctr"/>
            <a:r>
              <a:rPr lang="de-DE" dirty="0"/>
              <a:t>*table_values.csv</a:t>
            </a:r>
            <a:endParaRPr lang="de-DE" sz="1100" dirty="0"/>
          </a:p>
        </p:txBody>
      </p:sp>
      <p:sp>
        <p:nvSpPr>
          <p:cNvPr id="18" name="Flussdiagramm: Daten 17">
            <a:extLst>
              <a:ext uri="{FF2B5EF4-FFF2-40B4-BE49-F238E27FC236}">
                <a16:creationId xmlns:a16="http://schemas.microsoft.com/office/drawing/2014/main" id="{0BBD09FF-B13B-43C9-A215-4551CABB6EB7}"/>
              </a:ext>
            </a:extLst>
          </p:cNvPr>
          <p:cNvSpPr/>
          <p:nvPr/>
        </p:nvSpPr>
        <p:spPr>
          <a:xfrm>
            <a:off x="6469647" y="2655032"/>
            <a:ext cx="2825493" cy="535184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100" dirty="0">
              <a:solidFill>
                <a:schemeClr val="lt1"/>
              </a:solidFill>
              <a:effectLst/>
              <a:latin typeface="+mn-lt"/>
              <a:ea typeface="+mn-ea"/>
              <a:cs typeface="+mn-cs"/>
            </a:endParaRPr>
          </a:p>
          <a:p>
            <a:pPr algn="ctr"/>
            <a:r>
              <a:rPr lang="de-DE" sz="11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test_run_advanced.py</a:t>
            </a:r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14D34890-4EF9-485F-D9F5-1F7C33B38554}"/>
              </a:ext>
            </a:extLst>
          </p:cNvPr>
          <p:cNvSpPr/>
          <p:nvPr/>
        </p:nvSpPr>
        <p:spPr>
          <a:xfrm>
            <a:off x="2905104" y="2734011"/>
            <a:ext cx="719058" cy="291904"/>
          </a:xfrm>
          <a:prstGeom prst="rightArrow">
            <a:avLst>
              <a:gd name="adj1" fmla="val 50000"/>
              <a:gd name="adj2" fmla="val 914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100"/>
          </a:p>
        </p:txBody>
      </p:sp>
      <p:sp>
        <p:nvSpPr>
          <p:cNvPr id="20" name="Pfeil: nach rechts 19">
            <a:extLst>
              <a:ext uri="{FF2B5EF4-FFF2-40B4-BE49-F238E27FC236}">
                <a16:creationId xmlns:a16="http://schemas.microsoft.com/office/drawing/2014/main" id="{65BF10FA-E90A-1393-63E7-E22280C77520}"/>
              </a:ext>
            </a:extLst>
          </p:cNvPr>
          <p:cNvSpPr/>
          <p:nvPr/>
        </p:nvSpPr>
        <p:spPr>
          <a:xfrm>
            <a:off x="5593034" y="2760088"/>
            <a:ext cx="719058" cy="291904"/>
          </a:xfrm>
          <a:prstGeom prst="rightArrow">
            <a:avLst>
              <a:gd name="adj1" fmla="val 50000"/>
              <a:gd name="adj2" fmla="val 914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10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81E150-AC7E-E6D9-645A-51956B08B919}"/>
              </a:ext>
            </a:extLst>
          </p:cNvPr>
          <p:cNvSpPr txBox="1"/>
          <p:nvPr/>
        </p:nvSpPr>
        <p:spPr>
          <a:xfrm>
            <a:off x="3873943" y="4138047"/>
            <a:ext cx="72283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1" dirty="0"/>
              <a:t>Vorgabe: </a:t>
            </a:r>
          </a:p>
          <a:p>
            <a:r>
              <a:rPr lang="de-DE" sz="1200" dirty="0"/>
              <a:t>(…) Erstelle Skript für vollständigen Regressionstest, welches</a:t>
            </a:r>
          </a:p>
          <a:p>
            <a:pPr marL="628650" lvl="1" indent="-171450">
              <a:buFontTx/>
              <a:buChar char="-"/>
            </a:pPr>
            <a:r>
              <a:rPr lang="de-DE" sz="1200" dirty="0"/>
              <a:t>dieselbe Berechnung ausführt wie `test_run.py`</a:t>
            </a:r>
          </a:p>
          <a:p>
            <a:pPr marL="628650" lvl="1" indent="-171450">
              <a:buFontTx/>
              <a:buChar char="-"/>
            </a:pPr>
            <a:r>
              <a:rPr lang="de-DE" sz="1200" dirty="0"/>
              <a:t>alle verfügbaren Ergebnisse vollständig testet (nicht nur Stichproben)</a:t>
            </a:r>
          </a:p>
          <a:p>
            <a:pPr marL="628650" lvl="1" indent="-171450">
              <a:buFontTx/>
              <a:buChar char="-"/>
            </a:pPr>
            <a:r>
              <a:rPr lang="de-DE" sz="1200" dirty="0"/>
              <a:t>die Resultate mit den automatisch erzeugten CSV- und JSON-Erwartungswerten vergleicht</a:t>
            </a:r>
          </a:p>
          <a:p>
            <a:r>
              <a:rPr lang="de-DE" sz="1200" dirty="0"/>
              <a:t>(…)</a:t>
            </a:r>
          </a:p>
        </p:txBody>
      </p:sp>
    </p:spTree>
    <p:extLst>
      <p:ext uri="{BB962C8B-B14F-4D97-AF65-F5344CB8AC3E}">
        <p14:creationId xmlns:p14="http://schemas.microsoft.com/office/powerpoint/2010/main" val="12706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Breitbild</PresentationFormat>
  <Paragraphs>63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 Rasch</dc:creator>
  <cp:lastModifiedBy>Arno Rasch</cp:lastModifiedBy>
  <cp:revision>1</cp:revision>
  <dcterms:created xsi:type="dcterms:W3CDTF">2026-02-23T11:05:47Z</dcterms:created>
  <dcterms:modified xsi:type="dcterms:W3CDTF">2026-02-23T13:31:09Z</dcterms:modified>
</cp:coreProperties>
</file>